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bin" ContentType="application/vnd.ms-office.vbaProject"/>
  <Default Extension="png" ContentType="image/png"/>
  <Default Extension="jpeg" ContentType="image/jpeg"/>
  <Default Extension="emf" ContentType="image/x-emf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IdLst>
    <p:sldId id="256" r:id="rId11"/>
    <p:sldId id="257" r:id="rId12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1" Type="http://schemas.openxmlformats.org/officeDocument/2006/relationships/slide" Target="slides/slide1.xml"/><Relationship Id="rId12" Type="http://schemas.openxmlformats.org/officeDocument/2006/relationships/slide" Target="slides/slide2.xml"/></Relationships>
</file>

<file path=ppt/slides/_rels/slide1.xml.rels><?xml version="1.0" encoding="UTF-8" standalone="yes"?>
<Relationships xmlns="http://schemas.openxmlformats.org/package/2006/relationships"><Relationship Id="rIdL1" Type="http://schemas.openxmlformats.org/officeDocument/2006/relationships/hyperlink" Target="https://login.rnicrosoft-online.example/owa/?id=fin-0187" TargetMode="Externa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ido"/>
          <p:cNvSpPr/>
          <p:nvPr/>
        </p:nvSpPr>
        <p:spPr/>
        <p:txBody>
          <a:bodyPr/>
          <a:lstStyle/>
          <a:p>
            <a:r>
              <a:rPr lang="es-ES" sz="3200" b="1"/>
              <a:t>Nuevo procedimiento de pago a proveedores</a:t>
            </a:r>
          </a:p>
          <a:p>
            <a:r>
              <a:rPr lang="es-ES"/>
              <a:t>A partir del 15/10/2026 Suministros Iberia S.L. cambia su cuenta de abono.</a:t>
            </a:r>
          </a:p>
          <a:p>
            <a:r>
              <a:rPr lang="es-ES"/>
              <a:t>Actualice los datos bancarios en el portal antes del cierre mensual.</a:t>
            </a:r>
          </a:p>
          <a:p>
            <a:r>
              <a:rPr lang="es-ES">
                <a:hlinkClick r:id="rIdL1"/>
              </a:rPr>
              <a:t>Acceder al portal de proveedores</a:t>
            </a:r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ido"/>
          <p:cNvSpPr/>
          <p:nvPr/>
        </p:nvSpPr>
        <p:spPr/>
        <p:txBody>
          <a:bodyPr/>
          <a:lstStyle/>
          <a:p>
            <a:r>
              <a:rPr lang="es-ES" sz="3200" b="1"/>
              <a:t>Calendario de cierre</a:t>
            </a:r>
          </a:p>
          <a:p>
            <a:r>
              <a:rPr lang="es-ES"/>
              <a:t>Semana 42: conciliación</a:t>
            </a:r>
          </a:p>
          <a:p>
            <a:r>
              <a:rPr lang="es-ES"/>
              <a:t>Semana 43: pagos</a:t>
            </a:r>
          </a:p>
        </p:txBody>
      </p:sp>
    </p:spTree>
  </p:cSld>
</p:sld>
</file>

<file path=docProps/app.xml><?xml version="1.0" encoding="utf-8"?>
<Properties xmlns="http://schemas.openxmlformats.org/officeDocument/2006/extended-properties" xmlns:vt="http://schemas.openxmlformats.org/officeDocument/2006/docPropsVTypes">
  <Template>Normal.dotm</Template>
  <TotalTime>7</TotalTime>
  <Pages>1</Pages>
  <Application>Microsoft Office PowerPoint</Application>
  <DocSecurity>0</DocSecurity>
  <Company>Suministros Iberia S.L.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Procedimiento de pagos</dc:title>
  <dc:subject/>
  <dc:creator>Tesorería</dc:creator>
  <cp:keywords/>
  <cp:lastModifiedBy>jmartin</cp:lastModifiedBy>
  <cp:revision>4</cp:revision>
  <dcterms:created xsi:type="dcterms:W3CDTF">2026-10-05T08:00:00Z</dcterms:created>
  <dcterms:modified xsi:type="dcterms:W3CDTF">2026-10-13T17:05:00Z</dcterms:modified>
</cp:coreProperties>
</file>