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ms-office.vbaProject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Project kickoff. Visit http://malware.example.com/payload.bin (203.0.113.10).</a:t>
            </a:r>
          </a:p>
        </p:txBody>
      </p:sp>
    </p:spTree>
  </p:cSld>
</p:sld>
</file>

<file path=docProps/app.xml><?xml version="1.0" encoding="utf-8"?>
<Properties xmlns="http://schemas.openxmlformats.org/officeDocument/2006/extended-properties">
  <Application>Microsoft Office PowerPoint</Application>
  <Company>DocuTraceX Test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DocuTraceX benign sample</dc:title>
  <dc:creator>gmzpt</dc:creator>
  <cp:lastModifiedBy>analyst</cp:lastModifiedBy>
  <dcterms:created xsi:type="dcterms:W3CDTF">2026-10-14T00:00:00Z</dcterms:created>
  <dcterms:modified xsi:type="dcterms:W3CDTF">2026-10-14T00:00:00Z</dcterms:modified>
</cp:coreProperties>
</file>