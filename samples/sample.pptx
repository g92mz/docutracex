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vnd.ms-office.vbaProject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xl/worksheets/sheet1.xml" ContentType="application/vnd.openxmlformats-officedocument.spreadsheetml.workshee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Project kickoff. Visit http://malware.example.com/payload.bin (203.0.113.10).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>
  <Application>Microsoft Office PowerPoint</Application>
  <Company>DocuTraceX Test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DocuTraceX benign sample</dc:title>
  <dc:creator>gmzpt</dc:creator>
  <cp:lastModifiedBy>analyst</cp:lastModifiedBy>
  <dcterms:created xsi:type="dcterms:W3CDTF">2026-10-14T00:00:00Z</dcterms:created>
  <dcterms:modified xsi:type="dcterms:W3CDTF">2026-10-14T00:00:00Z</dcterms:modified>
</cp:coreProperties>
</file>